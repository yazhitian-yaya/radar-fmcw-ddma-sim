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E0C0279-9AD9-A3FD-8278-18140D6E0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512" y="94122"/>
            <a:ext cx="4242523" cy="288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FCF5A31-BB38-0FD5-0C4F-64C1336307A4}"/>
              </a:ext>
            </a:extLst>
          </p:cNvPr>
          <p:cNvSpPr txBox="1"/>
          <p:nvPr/>
        </p:nvSpPr>
        <p:spPr>
          <a:xfrm>
            <a:off x="1991717" y="2974122"/>
            <a:ext cx="2782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1. </a:t>
            </a:r>
            <a:r>
              <a:rPr lang="zh-CN" altLang="en-US" sz="1400" dirty="0"/>
              <a:t>仿真放入的目标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F4AD10-99D1-D75F-7566-8325371B1F15}"/>
              </a:ext>
            </a:extLst>
          </p:cNvPr>
          <p:cNvSpPr txBox="1"/>
          <p:nvPr/>
        </p:nvSpPr>
        <p:spPr>
          <a:xfrm>
            <a:off x="6096000" y="2954295"/>
            <a:ext cx="43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2. DBF</a:t>
            </a:r>
            <a:r>
              <a:rPr lang="zh-CN" altLang="en-US" sz="1400" dirty="0"/>
              <a:t>检测结果（三处漏检，三处靠近目标未分辨）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E61753B-5889-56B9-DD41-A45D8A0E4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4296"/>
            <a:ext cx="4320000" cy="2880000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8408D672-0CBD-A04D-19B7-9D56FAFAE7D5}"/>
              </a:ext>
            </a:extLst>
          </p:cNvPr>
          <p:cNvSpPr/>
          <p:nvPr/>
        </p:nvSpPr>
        <p:spPr>
          <a:xfrm>
            <a:off x="8346726" y="2244401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7DDF8BC-035B-EE22-F419-14871BA1AEE1}"/>
              </a:ext>
            </a:extLst>
          </p:cNvPr>
          <p:cNvSpPr/>
          <p:nvPr/>
        </p:nvSpPr>
        <p:spPr>
          <a:xfrm>
            <a:off x="8699423" y="2126834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E9DC6A1-220F-4CFB-2258-DF106E531F14}"/>
              </a:ext>
            </a:extLst>
          </p:cNvPr>
          <p:cNvSpPr/>
          <p:nvPr/>
        </p:nvSpPr>
        <p:spPr>
          <a:xfrm>
            <a:off x="7695648" y="1891701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EBF94DA-96B0-B239-6CCC-ACDB8D805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81899"/>
            <a:ext cx="4320000" cy="297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79230C5-C0D6-2FD5-4E42-D54C4F964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512" y="3255134"/>
            <a:ext cx="4381759" cy="290676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A99B663-764B-54E0-6240-FD0727AA6B47}"/>
              </a:ext>
            </a:extLst>
          </p:cNvPr>
          <p:cNvSpPr txBox="1"/>
          <p:nvPr/>
        </p:nvSpPr>
        <p:spPr>
          <a:xfrm>
            <a:off x="1951415" y="6161899"/>
            <a:ext cx="3106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3. DBF</a:t>
            </a:r>
            <a:r>
              <a:rPr lang="zh-CN" altLang="en-US" sz="1400" dirty="0"/>
              <a:t>后再</a:t>
            </a:r>
            <a:r>
              <a:rPr lang="en-US" altLang="zh-CN" sz="1400" dirty="0"/>
              <a:t>OMP</a:t>
            </a:r>
          </a:p>
          <a:p>
            <a:pPr algn="ctr"/>
            <a:r>
              <a:rPr lang="zh-CN" altLang="en-US" sz="1400" dirty="0"/>
              <a:t>（一处虚假，两处靠近目标未分辨）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AE373C2-38EE-6D7E-0F41-52BB82004EF5}"/>
              </a:ext>
            </a:extLst>
          </p:cNvPr>
          <p:cNvSpPr txBox="1"/>
          <p:nvPr/>
        </p:nvSpPr>
        <p:spPr>
          <a:xfrm>
            <a:off x="7060173" y="6251899"/>
            <a:ext cx="2782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4. DBF</a:t>
            </a:r>
            <a:r>
              <a:rPr lang="zh-CN" altLang="en-US" sz="1400" dirty="0"/>
              <a:t>后再</a:t>
            </a:r>
            <a:r>
              <a:rPr lang="en-US" altLang="zh-CN" sz="1400" dirty="0"/>
              <a:t>OMP</a:t>
            </a:r>
            <a:r>
              <a:rPr lang="zh-CN" altLang="en-US" sz="1400" dirty="0"/>
              <a:t>，</a:t>
            </a:r>
            <a:r>
              <a:rPr lang="en-US" altLang="zh-CN" sz="1400" dirty="0"/>
              <a:t>OMP</a:t>
            </a:r>
            <a:r>
              <a:rPr lang="zh-CN" altLang="en-US" sz="1400" dirty="0"/>
              <a:t>后再</a:t>
            </a:r>
            <a:r>
              <a:rPr lang="en-US" altLang="zh-CN" sz="1400" dirty="0"/>
              <a:t>DML</a:t>
            </a:r>
          </a:p>
          <a:p>
            <a:pPr algn="ctr"/>
            <a:r>
              <a:rPr lang="zh-CN" altLang="en-US" sz="1400" dirty="0"/>
              <a:t>（一处虚假）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9CA7399-FA51-70FF-FBBE-63E6B921EC80}"/>
              </a:ext>
            </a:extLst>
          </p:cNvPr>
          <p:cNvSpPr/>
          <p:nvPr/>
        </p:nvSpPr>
        <p:spPr>
          <a:xfrm>
            <a:off x="8194123" y="1304326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E70397C-8B54-AD7D-143F-CA96E7E45A35}"/>
              </a:ext>
            </a:extLst>
          </p:cNvPr>
          <p:cNvSpPr/>
          <p:nvPr/>
        </p:nvSpPr>
        <p:spPr>
          <a:xfrm>
            <a:off x="8089619" y="1629114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B0BAF3AA-FFDB-0F16-1B17-0B4B57511C06}"/>
              </a:ext>
            </a:extLst>
          </p:cNvPr>
          <p:cNvSpPr/>
          <p:nvPr/>
        </p:nvSpPr>
        <p:spPr>
          <a:xfrm>
            <a:off x="8403130" y="1448041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76790E2A-BF54-5561-2CAA-B3089723B50D}"/>
              </a:ext>
            </a:extLst>
          </p:cNvPr>
          <p:cNvSpPr/>
          <p:nvPr/>
        </p:nvSpPr>
        <p:spPr>
          <a:xfrm>
            <a:off x="3396122" y="4481019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E19BF4B-D9F9-30F9-0048-2DFCE5F63B43}"/>
              </a:ext>
            </a:extLst>
          </p:cNvPr>
          <p:cNvSpPr/>
          <p:nvPr/>
        </p:nvSpPr>
        <p:spPr>
          <a:xfrm>
            <a:off x="3291618" y="4805807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3B64F11A-104C-40CF-050F-93F5D7307340}"/>
              </a:ext>
            </a:extLst>
          </p:cNvPr>
          <p:cNvSpPr/>
          <p:nvPr/>
        </p:nvSpPr>
        <p:spPr>
          <a:xfrm>
            <a:off x="3413540" y="5529950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24DFDB2E-A503-8EB0-6EC7-608FF6592BAD}"/>
              </a:ext>
            </a:extLst>
          </p:cNvPr>
          <p:cNvSpPr/>
          <p:nvPr/>
        </p:nvSpPr>
        <p:spPr>
          <a:xfrm>
            <a:off x="8242221" y="5627690"/>
            <a:ext cx="209007" cy="235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14835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NJ</dc:creator>
  <cp:lastModifiedBy>NJ</cp:lastModifiedBy>
  <cp:revision>17</cp:revision>
  <dcterms:created xsi:type="dcterms:W3CDTF">2023-08-09T12:44:00Z</dcterms:created>
  <dcterms:modified xsi:type="dcterms:W3CDTF">2026-10-12T15:49:28Z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